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A74506-0DC3-47E1-8BEA-07BE49C0DF32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ED052C-EF57-4C7C-942A-9334698714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6604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019289-EC0E-42AA-8D55-754A5D334F9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1491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60729-7E48-4408-BE3E-06CB1C226ADE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33595-F07F-4E1F-B878-6821575078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7167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60729-7E48-4408-BE3E-06CB1C226ADE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33595-F07F-4E1F-B878-6821575078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3439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60729-7E48-4408-BE3E-06CB1C226ADE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33595-F07F-4E1F-B878-6821575078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842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60729-7E48-4408-BE3E-06CB1C226ADE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33595-F07F-4E1F-B878-6821575078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568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60729-7E48-4408-BE3E-06CB1C226ADE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33595-F07F-4E1F-B878-6821575078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0253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60729-7E48-4408-BE3E-06CB1C226ADE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33595-F07F-4E1F-B878-6821575078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01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60729-7E48-4408-BE3E-06CB1C226ADE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33595-F07F-4E1F-B878-6821575078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79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60729-7E48-4408-BE3E-06CB1C226ADE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33595-F07F-4E1F-B878-6821575078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092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60729-7E48-4408-BE3E-06CB1C226ADE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33595-F07F-4E1F-B878-6821575078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56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60729-7E48-4408-BE3E-06CB1C226ADE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33595-F07F-4E1F-B878-6821575078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582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60729-7E48-4408-BE3E-06CB1C226ADE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33595-F07F-4E1F-B878-6821575078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4923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860729-7E48-4408-BE3E-06CB1C226ADE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B33595-F07F-4E1F-B878-6821575078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284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65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602B0B-007B-33D8-DCA4-BA989FD82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/>
            </a:r>
            <a:br>
              <a:rPr lang="en-IN" b="1" dirty="0"/>
            </a:br>
            <a:r>
              <a:rPr lang="en-IN" b="1" dirty="0" err="1"/>
              <a:t>Kruskal's</a:t>
            </a:r>
            <a:r>
              <a:rPr lang="en-IN" b="1" dirty="0"/>
              <a:t> Algorithm ||Disjoint Sets ||Union By Rank||Path Compression</a:t>
            </a:r>
            <a:r>
              <a:rPr lang="en-IN" b="1" dirty="0"/>
              <a:t/>
            </a:r>
            <a:br>
              <a:rPr lang="en-IN" b="1" dirty="0"/>
            </a:br>
            <a:endParaRPr lang="en-IN" b="1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9912" y="1994446"/>
            <a:ext cx="3543482" cy="36387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42271" y="1809780"/>
            <a:ext cx="5444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Arrange all edges in ascending order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5496232" y="2307576"/>
            <a:ext cx="100289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1</a:t>
            </a:r>
          </a:p>
          <a:p>
            <a:endParaRPr lang="en-IN" dirty="0"/>
          </a:p>
          <a:p>
            <a:r>
              <a:rPr lang="en-IN" dirty="0" smtClean="0"/>
              <a:t>2</a:t>
            </a:r>
          </a:p>
          <a:p>
            <a:endParaRPr lang="en-IN" dirty="0"/>
          </a:p>
          <a:p>
            <a:r>
              <a:rPr lang="en-IN" dirty="0" smtClean="0"/>
              <a:t>2</a:t>
            </a:r>
          </a:p>
          <a:p>
            <a:endParaRPr lang="en-IN" dirty="0"/>
          </a:p>
          <a:p>
            <a:r>
              <a:rPr lang="en-IN" dirty="0" smtClean="0"/>
              <a:t>3</a:t>
            </a:r>
          </a:p>
          <a:p>
            <a:endParaRPr lang="en-IN" dirty="0"/>
          </a:p>
          <a:p>
            <a:r>
              <a:rPr lang="en-IN" dirty="0" smtClean="0"/>
              <a:t>4</a:t>
            </a:r>
          </a:p>
          <a:p>
            <a:endParaRPr lang="en-IN" dirty="0"/>
          </a:p>
          <a:p>
            <a:r>
              <a:rPr lang="en-IN" dirty="0" smtClean="0"/>
              <a:t>5</a:t>
            </a:r>
          </a:p>
          <a:p>
            <a:endParaRPr lang="en-IN" dirty="0"/>
          </a:p>
          <a:p>
            <a:r>
              <a:rPr lang="en-IN" dirty="0" smtClean="0"/>
              <a:t>7</a:t>
            </a:r>
            <a:endParaRPr lang="en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442" y="2911278"/>
            <a:ext cx="4375375" cy="367048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01960" y="2307576"/>
            <a:ext cx="4170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Minimum spanning tree of given graph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9402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602B0B-007B-33D8-DCA4-BA989FD82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36512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/>
            </a:r>
            <a:br>
              <a:rPr lang="en-IN" b="1" dirty="0"/>
            </a:br>
            <a:r>
              <a:rPr lang="en-IN" b="1" dirty="0" err="1"/>
              <a:t>Kruskal's</a:t>
            </a:r>
            <a:r>
              <a:rPr lang="en-IN" b="1" dirty="0"/>
              <a:t> Algorithm ||Disjoint </a:t>
            </a:r>
            <a:r>
              <a:rPr lang="en-IN" b="1" dirty="0" smtClean="0"/>
              <a:t>Sets</a:t>
            </a:r>
            <a:r>
              <a:rPr lang="en-IN" b="1" dirty="0"/>
              <a:t/>
            </a:r>
            <a:br>
              <a:rPr lang="en-IN" b="1" dirty="0"/>
            </a:br>
            <a:endParaRPr lang="en-IN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480" y="2106168"/>
            <a:ext cx="4121362" cy="33339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3319" y="2277626"/>
            <a:ext cx="1587582" cy="29910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42787" y="2222090"/>
            <a:ext cx="37362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Note :If two elements are in different sets that means they are not connected</a:t>
            </a:r>
          </a:p>
          <a:p>
            <a:endParaRPr lang="en-IN" dirty="0"/>
          </a:p>
          <a:p>
            <a:r>
              <a:rPr lang="en-IN" dirty="0" smtClean="0"/>
              <a:t>If two elements are in same set they are connected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4136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602B0B-007B-33D8-DCA4-BA989FD82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36512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/>
            </a:r>
            <a:br>
              <a:rPr lang="en-IN" b="1" dirty="0"/>
            </a:br>
            <a:r>
              <a:rPr lang="en-IN" b="1" dirty="0" err="1"/>
              <a:t>Kruskal's</a:t>
            </a:r>
            <a:r>
              <a:rPr lang="en-IN" b="1" dirty="0"/>
              <a:t> Algorithm ||Disjoint </a:t>
            </a:r>
            <a:r>
              <a:rPr lang="en-IN" b="1" dirty="0" smtClean="0"/>
              <a:t>Sets</a:t>
            </a:r>
            <a:r>
              <a:rPr lang="en-IN" b="1" dirty="0"/>
              <a:t/>
            </a:r>
            <a:br>
              <a:rPr lang="en-IN" b="1" dirty="0"/>
            </a:br>
            <a:endParaRPr lang="en-IN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9303" y="1571598"/>
            <a:ext cx="2190863" cy="12502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664" y="1821032"/>
            <a:ext cx="4121362" cy="333392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209" y="1821032"/>
            <a:ext cx="1587582" cy="299100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7112" y="2983142"/>
            <a:ext cx="1835244" cy="66678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9303" y="3811210"/>
            <a:ext cx="3662843" cy="2847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18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602B0B-007B-33D8-DCA4-BA989FD82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36512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/>
            </a:r>
            <a:br>
              <a:rPr lang="en-IN" b="1" dirty="0"/>
            </a:br>
            <a:r>
              <a:rPr lang="en-IN" b="1" dirty="0" err="1"/>
              <a:t>Kruskal's</a:t>
            </a:r>
            <a:r>
              <a:rPr lang="en-IN" b="1" dirty="0"/>
              <a:t> Algorithm ||Disjoint </a:t>
            </a:r>
            <a:r>
              <a:rPr lang="en-IN" b="1" dirty="0" smtClean="0"/>
              <a:t>Sets</a:t>
            </a:r>
            <a:r>
              <a:rPr lang="en-IN" b="1" dirty="0"/>
              <a:t/>
            </a:r>
            <a:br>
              <a:rPr lang="en-IN" b="1" dirty="0"/>
            </a:br>
            <a:endParaRPr lang="en-IN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314" y="1843872"/>
            <a:ext cx="6731346" cy="33275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1203" y="3177440"/>
            <a:ext cx="2514729" cy="66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257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602B0B-007B-33D8-DCA4-BA989FD82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 err="1" smtClean="0"/>
              <a:t>Kruskal's</a:t>
            </a:r>
            <a:r>
              <a:rPr lang="en-IN" sz="3600" b="1" dirty="0" smtClean="0"/>
              <a:t> </a:t>
            </a:r>
            <a:r>
              <a:rPr lang="en-IN" sz="3600" b="1" dirty="0"/>
              <a:t>Algorithm ||Disjoint </a:t>
            </a:r>
            <a:r>
              <a:rPr lang="en-IN" sz="3600" b="1" dirty="0" smtClean="0"/>
              <a:t>Sets|| Cycle Detection</a:t>
            </a:r>
            <a:r>
              <a:rPr lang="en-IN" b="1" dirty="0"/>
              <a:t/>
            </a:r>
            <a:br>
              <a:rPr lang="en-IN" b="1" dirty="0"/>
            </a:br>
            <a:endParaRPr lang="en-IN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777" y="1928268"/>
            <a:ext cx="4292821" cy="327676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3513" y="2076226"/>
            <a:ext cx="2514729" cy="6604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28387" y="3175819"/>
            <a:ext cx="44638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Cycle Detected because elements P and N are in same set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176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602B0B-007B-33D8-DCA4-BA989FD82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36512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/>
            </a:r>
            <a:br>
              <a:rPr lang="en-IN" b="1" dirty="0"/>
            </a:br>
            <a:r>
              <a:rPr lang="en-IN" b="1" dirty="0" err="1"/>
              <a:t>Kruskal's</a:t>
            </a:r>
            <a:r>
              <a:rPr lang="en-IN" b="1" dirty="0"/>
              <a:t> Algorithm ||Disjoint </a:t>
            </a:r>
            <a:r>
              <a:rPr lang="en-IN" b="1" dirty="0" smtClean="0"/>
              <a:t>Sets</a:t>
            </a:r>
            <a:r>
              <a:rPr lang="en-IN" b="1" dirty="0"/>
              <a:t/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740310" y="1445342"/>
            <a:ext cx="7826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How Disjoint Sets Work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159" y="2151903"/>
            <a:ext cx="8329215" cy="14859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5239" y="3864077"/>
            <a:ext cx="10510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In above table each node has its own parent which means each element has its own root</a:t>
            </a:r>
          </a:p>
          <a:p>
            <a:r>
              <a:rPr lang="en-IN" dirty="0" smtClean="0"/>
              <a:t>In this stage each element is in its own separate set</a:t>
            </a: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2392" y="4899842"/>
            <a:ext cx="7144117" cy="78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43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602B0B-007B-33D8-DCA4-BA989FD82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36512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/>
            </a:r>
            <a:br>
              <a:rPr lang="en-IN" b="1" dirty="0"/>
            </a:br>
            <a:r>
              <a:rPr lang="en-IN" b="1" dirty="0" err="1"/>
              <a:t>Kruskal's</a:t>
            </a:r>
            <a:r>
              <a:rPr lang="en-IN" b="1" dirty="0"/>
              <a:t> Algorithm ||Disjoint </a:t>
            </a:r>
            <a:r>
              <a:rPr lang="en-IN" b="1" dirty="0" smtClean="0"/>
              <a:t>Sets</a:t>
            </a:r>
            <a:r>
              <a:rPr lang="en-IN" b="1" dirty="0"/>
              <a:t/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TextBox 2"/>
          <p:cNvSpPr txBox="1"/>
          <p:nvPr/>
        </p:nvSpPr>
        <p:spPr>
          <a:xfrm>
            <a:off x="2458065" y="1690688"/>
            <a:ext cx="6853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smtClean="0"/>
              <a:t>Operations on Disjoint Sets</a:t>
            </a:r>
            <a:endParaRPr lang="en-IN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684206" y="2359742"/>
            <a:ext cx="6145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dirty="0" smtClean="0"/>
              <a:t>Find operation  </a:t>
            </a:r>
          </a:p>
          <a:p>
            <a:pPr marL="342900" indent="-342900">
              <a:buAutoNum type="arabicPeriod"/>
            </a:pPr>
            <a:r>
              <a:rPr lang="en-IN" dirty="0" smtClean="0"/>
              <a:t>Union operation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001562" y="3305795"/>
            <a:ext cx="953581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Find </a:t>
            </a:r>
            <a:r>
              <a:rPr lang="en-IN" dirty="0" smtClean="0"/>
              <a:t>operation: Root compared with other element if they match both elements belong to same set.</a:t>
            </a:r>
          </a:p>
          <a:p>
            <a:endParaRPr lang="en-IN" dirty="0"/>
          </a:p>
          <a:p>
            <a:endParaRPr lang="en-IN" dirty="0" smtClean="0"/>
          </a:p>
          <a:p>
            <a:r>
              <a:rPr lang="en-IN" dirty="0" smtClean="0"/>
              <a:t>Union Operation: Used to merge two sets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1614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602B0B-007B-33D8-DCA4-BA989FD82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36512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/>
            </a:r>
            <a:br>
              <a:rPr lang="en-IN" b="1" dirty="0"/>
            </a:br>
            <a:r>
              <a:rPr lang="en-IN" b="1" dirty="0" err="1"/>
              <a:t>Kruskal's</a:t>
            </a:r>
            <a:r>
              <a:rPr lang="en-IN" b="1" dirty="0"/>
              <a:t> Algorithm ||Disjoint </a:t>
            </a:r>
            <a:r>
              <a:rPr lang="en-IN" b="1" dirty="0" smtClean="0"/>
              <a:t>Sets</a:t>
            </a:r>
            <a:r>
              <a:rPr lang="en-IN" b="1" dirty="0"/>
              <a:t/>
            </a:r>
            <a:br>
              <a:rPr lang="en-IN" b="1" dirty="0"/>
            </a:br>
            <a:endParaRPr lang="en-IN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781" y="2395798"/>
            <a:ext cx="7264773" cy="381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856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602B0B-007B-33D8-DCA4-BA989FD82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36512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/>
            </a:r>
            <a:br>
              <a:rPr lang="en-IN" b="1" dirty="0"/>
            </a:br>
            <a:r>
              <a:rPr lang="en-IN" b="1" dirty="0" err="1"/>
              <a:t>Kruskal's</a:t>
            </a:r>
            <a:r>
              <a:rPr lang="en-IN" b="1" dirty="0"/>
              <a:t> Algorithm ||Disjoint </a:t>
            </a:r>
            <a:r>
              <a:rPr lang="en-IN" b="1" dirty="0" smtClean="0"/>
              <a:t>Sets</a:t>
            </a:r>
            <a:r>
              <a:rPr lang="en-IN" b="1" dirty="0"/>
              <a:t/>
            </a:r>
            <a:br>
              <a:rPr lang="en-IN" b="1" dirty="0"/>
            </a:br>
            <a:endParaRPr lang="en-IN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167" y="1549303"/>
            <a:ext cx="7099665" cy="375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318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602B0B-007B-33D8-DCA4-BA989FD82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36512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/>
            </a:r>
            <a:br>
              <a:rPr lang="en-IN" b="1" dirty="0"/>
            </a:br>
            <a:r>
              <a:rPr lang="en-IN" b="1" dirty="0" err="1"/>
              <a:t>Kruskal's</a:t>
            </a:r>
            <a:r>
              <a:rPr lang="en-IN" b="1" dirty="0"/>
              <a:t> Algorithm ||Disjoint </a:t>
            </a:r>
            <a:r>
              <a:rPr lang="en-IN" b="1" dirty="0" smtClean="0"/>
              <a:t>Sets</a:t>
            </a:r>
            <a:r>
              <a:rPr lang="en-IN" b="1" dirty="0"/>
              <a:t/>
            </a:r>
            <a:br>
              <a:rPr lang="en-IN" b="1" dirty="0"/>
            </a:br>
            <a:endParaRPr lang="en-IN" b="1" dirty="0"/>
          </a:p>
        </p:txBody>
      </p:sp>
      <p:sp>
        <p:nvSpPr>
          <p:cNvPr id="4" name="TextBox 3"/>
          <p:cNvSpPr txBox="1"/>
          <p:nvPr/>
        </p:nvSpPr>
        <p:spPr>
          <a:xfrm>
            <a:off x="3559277" y="1690688"/>
            <a:ext cx="426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Union Operation on A &amp; C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693" y="2196898"/>
            <a:ext cx="7372729" cy="388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813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602B0B-007B-33D8-DCA4-BA989FD82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36512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/>
            </a:r>
            <a:br>
              <a:rPr lang="en-IN" b="1" dirty="0"/>
            </a:br>
            <a:r>
              <a:rPr lang="en-IN" b="1" dirty="0" err="1"/>
              <a:t>Kruskal's</a:t>
            </a:r>
            <a:r>
              <a:rPr lang="en-IN" b="1" dirty="0"/>
              <a:t> Algorithm ||Disjoint </a:t>
            </a:r>
            <a:r>
              <a:rPr lang="en-IN" b="1" dirty="0" smtClean="0"/>
              <a:t>Sets</a:t>
            </a:r>
            <a:r>
              <a:rPr lang="en-IN" b="1" dirty="0"/>
              <a:t/>
            </a:r>
            <a:br>
              <a:rPr lang="en-IN" b="1" dirty="0"/>
            </a:br>
            <a:endParaRPr lang="en-IN" b="1" dirty="0"/>
          </a:p>
        </p:txBody>
      </p:sp>
      <p:sp>
        <p:nvSpPr>
          <p:cNvPr id="4" name="TextBox 3"/>
          <p:cNvSpPr txBox="1"/>
          <p:nvPr/>
        </p:nvSpPr>
        <p:spPr>
          <a:xfrm>
            <a:off x="3559277" y="1690688"/>
            <a:ext cx="426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Union Operation on A &amp; C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208" y="2354213"/>
            <a:ext cx="7379079" cy="388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751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602B0B-007B-33D8-DCA4-BA989FD82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36512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/>
            </a:r>
            <a:br>
              <a:rPr lang="en-IN" b="1" dirty="0"/>
            </a:br>
            <a:r>
              <a:rPr lang="en-IN" b="1" dirty="0" err="1"/>
              <a:t>Kruskal's</a:t>
            </a:r>
            <a:r>
              <a:rPr lang="en-IN" b="1" dirty="0"/>
              <a:t> Algorithm ||Disjoint </a:t>
            </a:r>
            <a:r>
              <a:rPr lang="en-IN" b="1" dirty="0" smtClean="0"/>
              <a:t>Sets</a:t>
            </a:r>
            <a:r>
              <a:rPr lang="en-IN" b="1" dirty="0"/>
              <a:t/>
            </a:r>
            <a:br>
              <a:rPr lang="en-IN" b="1" dirty="0"/>
            </a:br>
            <a:endParaRPr lang="en-IN" b="1" dirty="0"/>
          </a:p>
        </p:txBody>
      </p:sp>
      <p:sp>
        <p:nvSpPr>
          <p:cNvPr id="4" name="TextBox 3"/>
          <p:cNvSpPr txBox="1"/>
          <p:nvPr/>
        </p:nvSpPr>
        <p:spPr>
          <a:xfrm>
            <a:off x="4050890" y="1690228"/>
            <a:ext cx="426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Union Operation on D &amp; </a:t>
            </a:r>
            <a:r>
              <a:rPr lang="en-IN" dirty="0" smtClean="0"/>
              <a:t>G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2012" y="2508247"/>
            <a:ext cx="4501092" cy="40832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021" y="2508248"/>
            <a:ext cx="3817360" cy="39816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2503" y="4125816"/>
            <a:ext cx="2556387" cy="1962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067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602B0B-007B-33D8-DCA4-BA989FD82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36512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/>
            </a:r>
            <a:br>
              <a:rPr lang="en-IN" b="1" dirty="0"/>
            </a:br>
            <a:r>
              <a:rPr lang="en-IN" b="1" dirty="0" err="1"/>
              <a:t>Kruskal's</a:t>
            </a:r>
            <a:r>
              <a:rPr lang="en-IN" b="1" dirty="0"/>
              <a:t> Algorithm ||Disjoint </a:t>
            </a:r>
            <a:r>
              <a:rPr lang="en-IN" b="1" dirty="0" smtClean="0"/>
              <a:t>Sets</a:t>
            </a:r>
            <a:r>
              <a:rPr lang="en-IN" b="1" dirty="0"/>
              <a:t/>
            </a:r>
            <a:br>
              <a:rPr lang="en-IN" b="1" dirty="0"/>
            </a:br>
            <a:endParaRPr lang="en-IN" b="1" dirty="0"/>
          </a:p>
        </p:txBody>
      </p:sp>
      <p:sp>
        <p:nvSpPr>
          <p:cNvPr id="4" name="TextBox 3"/>
          <p:cNvSpPr txBox="1"/>
          <p:nvPr/>
        </p:nvSpPr>
        <p:spPr>
          <a:xfrm>
            <a:off x="4050890" y="1690228"/>
            <a:ext cx="426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Union Operation on A &amp; </a:t>
            </a:r>
            <a:r>
              <a:rPr lang="en-IN" dirty="0"/>
              <a:t>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96" y="2449254"/>
            <a:ext cx="6084085" cy="40832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632" y="2449254"/>
            <a:ext cx="5370226" cy="142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695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602B0B-007B-33D8-DCA4-BA989FD82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36512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/>
            </a:r>
            <a:br>
              <a:rPr lang="en-IN" b="1" dirty="0"/>
            </a:br>
            <a:r>
              <a:rPr lang="en-IN" b="1" dirty="0" err="1"/>
              <a:t>Kruskal's</a:t>
            </a:r>
            <a:r>
              <a:rPr lang="en-IN" b="1" dirty="0"/>
              <a:t> Algorithm </a:t>
            </a:r>
            <a:r>
              <a:rPr lang="en-IN" b="1" dirty="0" smtClean="0"/>
              <a:t>||path compression</a:t>
            </a:r>
            <a:r>
              <a:rPr lang="en-IN" b="1" dirty="0"/>
              <a:t/>
            </a:r>
            <a:br>
              <a:rPr lang="en-IN" b="1" dirty="0"/>
            </a:br>
            <a:endParaRPr lang="en-IN" b="1" dirty="0"/>
          </a:p>
        </p:txBody>
      </p:sp>
      <p:sp>
        <p:nvSpPr>
          <p:cNvPr id="4" name="TextBox 3"/>
          <p:cNvSpPr txBox="1"/>
          <p:nvPr/>
        </p:nvSpPr>
        <p:spPr>
          <a:xfrm>
            <a:off x="4050890" y="1690228"/>
            <a:ext cx="426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Find Operation On G 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6903" y="3983332"/>
            <a:ext cx="3092609" cy="247027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9072" y="4244830"/>
            <a:ext cx="1587582" cy="161298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2507" y="2231121"/>
            <a:ext cx="6648792" cy="1473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859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</Words>
  <Application>Microsoft Office PowerPoint</Application>
  <PresentationFormat>Widescreen</PresentationFormat>
  <Paragraphs>49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 Kruskal's Algorithm ||Disjoint Sets ||Union By Rank||Path Compression </vt:lpstr>
      <vt:lpstr> Kruskal's Algorithm ||Disjoint Sets </vt:lpstr>
      <vt:lpstr> Kruskal's Algorithm ||Disjoint Sets </vt:lpstr>
      <vt:lpstr> Kruskal's Algorithm ||Disjoint Sets </vt:lpstr>
      <vt:lpstr>Kruskal's Algorithm ||Disjoint Sets|| Cycle Detection </vt:lpstr>
      <vt:lpstr> Kruskal's Algorithm ||Disjoint Sets </vt:lpstr>
      <vt:lpstr> Kruskal's Algorithm ||Disjoint Sets </vt:lpstr>
      <vt:lpstr> Kruskal's Algorithm ||Disjoint Sets </vt:lpstr>
      <vt:lpstr> Kruskal's Algorithm ||Disjoint Sets </vt:lpstr>
      <vt:lpstr> Kruskal's Algorithm ||Disjoint Sets </vt:lpstr>
      <vt:lpstr> Kruskal's Algorithm ||Disjoint Sets </vt:lpstr>
      <vt:lpstr> Kruskal's Algorithm ||Disjoint Sets </vt:lpstr>
      <vt:lpstr> Kruskal's Algorithm ||Disjoint Sets </vt:lpstr>
      <vt:lpstr> Kruskal's Algorithm ||path compression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</cp:revision>
  <dcterms:created xsi:type="dcterms:W3CDTF">2026-05-06T09:45:58Z</dcterms:created>
  <dcterms:modified xsi:type="dcterms:W3CDTF">2026-05-06T09:46:40Z</dcterms:modified>
</cp:coreProperties>
</file>